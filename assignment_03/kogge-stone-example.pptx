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3" r:id="rId2"/>
    <p:sldId id="270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8"/>
  </p:normalViewPr>
  <p:slideViewPr>
    <p:cSldViewPr snapToGrid="0">
      <p:cViewPr varScale="1">
        <p:scale>
          <a:sx n="88" d="100"/>
          <a:sy n="88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6:15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0,'44'7,"-10"-2,-17 0,-5-3,5 8,-4-8,15 3,-8-5,14 0,-9 0,4 0,-10 0,-2 0,0 0,-4 0,10 0,-10 0,9-5,-9 3,4-3,1 5,0-5,0 3,0-3,4 5,-8 0,9 0,-11 0,10 0,-7 0,7 0,-10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6:17.1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24,'50'0,"-11"0,-16 0,-10 0,9 0,-9 0,5 0,-1 0,1 0,1 0,3 0,-4 0,19 0,3 0,-1 0,-2-5,-14 3,-4-3,-2 5,0 0,-4 0,10 0,-10 0,9 0,-9 0,4 0,1-5,-5 3,4-3,0 5,-4 0,4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20:00:53.5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24,'50'0,"-11"0,-16 0,-10 0,9 0,-9 0,5 0,-1 0,1 0,1 0,3 0,-4 0,19 0,3 0,-1 0,-2-5,-14 3,-4-3,-2 5,0 0,-4 0,10 0,-10 0,9 0,-9 0,4 0,1-5,-5 3,4-3,0 5,-4 0,4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6:30.4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1,'50'0,"-10"0,-18 0,-9 0,10 0,-10 0,4 0,0 0,2 0,4 0,6 0,-4 0,-1 0,-7 0,-5 5,5-4,-4 5,10-6,-10 0,4 0,0 0,2 0,-1 0,-1 0,-5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6:40.8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24,'44'0,"-5"0,-28 0,1 0,11 0,-9 0,9 0,-11 0,5 0,1 0,1 0,-2 0,0 0,-4 0,9 0,-8 0,3 0,0 0,-4 0,9 0,-8 0,3 0,0-5,-4 4,4-5,0 1,-4 4,5-5,-1 6,1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6:42.5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12,'38'-6,"-5"0,-21 6,-1 0,12 0,-9 0,9 0,-11 0,5 0,1 0,1 0,-2 0,0 0,-4 0,9 0,-8 0,3 0,0 0,-4 0,4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20:02:09.7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1,'50'0,"-10"0,-23 0,-5 0,5 0,2 0,-1 0,-1 0,0 0,-4 0,10 0,-10 0,4 0,0 0,-3 0,8 0,-9 0,4 0,0 0,2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20:02:36.4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12,'38'-6,"-5"0,-21 6,-1 0,12 0,-9 0,9 0,-11 0,5 0,1 0,1 0,-2 0,0 0,-4 0,9 0,-8 0,3 0,0 0,-4 0,4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20:02:36.4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1,'50'0,"-10"0,-23 0,-5 0,5 0,2 0,-1 0,-1 0,0 0,-4 0,10 0,-10 0,4 0,0 0,-3 0,8 0,-9 0,4 0,0 0,2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5:02.8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1,'38'7,"-5"3,-21-9,-1 5,12 4,-3-7,9 7,-6-10,-4 0,3 0,-9 6,4-5,1 4,-5-5,14 0,-12 0,13 0,-15 6,4-5,0 4,-4-5,15 0,-14 0,14 0,-15 0,4 0,1 0,-5 0,14 0,-7 0,9 5,-10-3,-2 3,0 0,-4-3,4 3,0 0,-4-4,5 5,-1-6,1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5:04.5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84,'44'-7,"-5"-3,-15 8,0-3,-6 5,-1 0,0-5,-3 3,3-3,0 5,-4 0,9-5,2 3,-4-3,8 5,-15-5,4 3,0-3,1 5,1-5,-2 4,-5-5,5 1,-4 4,4-5,0 6,-3 0,8 0,-9 0,4 0,0 0,-3 0,3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8T19:58:43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1,'45'0,"-7"0,-26 0,0 0,10 0,-8 0,9 0,-11 0,5 0,1 0,1 0,-2 0,0 0,-4 0,10 0,-10 5,4-4,0 5,-4-6,10 0,-5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584F3-AA96-EE4C-9AA4-6779038E688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DE761-71CE-F141-B2B7-114DF9F5C7D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533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DE761-71CE-F141-B2B7-114DF9F5C7D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68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5E335-28EE-ED32-FD00-5293FCF2F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0E2DDA-DD10-78D9-DDA6-B44A96289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47866E-061B-9239-AFF5-EBD0CE1C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FF82E1-665B-E0DB-D882-64B21DB1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FE3C96-4C83-E648-EA02-BF926DEA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35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6B45D3-D5ED-25FD-02C1-0B7E2C1A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7E89FC-51DC-92EA-37E9-E93CEC847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55C8B6-E2B4-8F5A-BA08-7DCB2609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D7ADFE-923E-8C82-EB40-96869431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E250E2-5A1A-6B7B-2D19-AE4870B4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76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A419EC-B48D-7567-9861-992AB19C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265970-BC9C-367C-6CC4-50D665C51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A5C328-195B-C509-7FDC-FE60D7F22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3C8F98-E3C2-5BA6-AB32-59704196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13D28F-C520-6CC4-CE0A-1668DC00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08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8703E-2840-DE81-A674-E65F3D92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098A5B-6931-C5DD-CC59-C303FD6AE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EBEAFC8-20E8-276A-3C72-B6DF68D26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444C9E-498A-D532-9221-8C838138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A179B6-4D07-4E53-46B7-D46B0B8B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5B17F0-3B1B-CAF7-F64B-C1823F22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53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CA02D2-20F5-348B-566B-F3F5F10E7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2F46AC-3371-DB03-2D63-67DE9ABDA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9138E9-C599-69BD-D627-FED5A379A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EE5031-EAB3-7F9C-7647-9877E9068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00D20B2-A593-7740-F590-28E8C57AA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65CDBF0-0825-4F90-113A-87020F42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0F9A87C-D347-9F86-199C-D782FE90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2E96D7-A22B-4941-9E89-55619B7F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47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7F727-F135-1B41-B510-7467C8BC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570A55-8783-1A3D-9C43-29BA0784D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CB4484-4200-22A3-74A9-ACA770AD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79AA76-B396-4C7F-3544-0262CBD3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854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73FBAC-B454-C871-0A2A-09223EBB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5DF6F16-0834-49C9-C2F3-89807A9D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2F2ACE2-F41B-5BB6-8683-86F2954E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8344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995DC-4417-8FAC-5D33-1860667B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265484-D70D-CA1C-6151-A2FBF2D6D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8B85DD-B00B-502C-5047-C0C357FFF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C4828C-D123-F9AE-0229-FE2C4BEB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133B81-A4B3-4171-0617-5F20B215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E2B265-5E23-8BF6-CDDF-A2B63C75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832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139273-2F6B-DE90-9623-EA3A6B1A9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5AF8863-BB69-B02A-4943-3955A39C6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749D19-B5F1-CF27-2013-EB1A62AA3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4B63B5-B2A5-3207-5CEE-74406BA9E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F5D855-98BD-577B-7122-E0E491FC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9F50AA-7457-71F7-DB3F-2882B90F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86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826AA7-9376-A61E-9EF0-75D436CC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1B1A51-8FEF-FF88-7AC6-C125C27E7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5E36ECE-EB2D-1134-9E9F-87805253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C5E6BC-42CF-047F-4AD1-F3B81AE5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8D3FAE-AA2F-83EA-4BB8-DEB66D51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331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4FFCB80-BCFB-2ED5-FA82-7DAADD1D9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C5B684-5AEE-8E87-76E9-6C39C7B5F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A49AA6-0397-9676-AA46-02F939F0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BD6CAB-879C-7A17-8B12-397A88E7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9A80C4-5534-9265-386D-3C33D63A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36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40E48D1-5C4C-BAEB-90EB-4FB6B9A5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AD008B-0AB9-8F82-3CC8-665DD42EE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365704-0D47-F7DE-E3F7-8ED24F71E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520C7-41AA-064D-BE0F-4B0DE82F6271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1607B3-E550-1650-86D4-386D94D08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B30B9A-B221-6F36-2931-79742FF8C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4B3AD-9F56-7E46-A900-433E7384965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40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customXml" Target="../ink/ink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1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9C6A5-EFD2-3917-E028-443050BC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Map</a:t>
            </a:r>
          </a:p>
        </p:txBody>
      </p:sp>
      <p:pic>
        <p:nvPicPr>
          <p:cNvPr id="3" name="Inhaltsplatzhalter 3">
            <a:extLst>
              <a:ext uri="{FF2B5EF4-FFF2-40B4-BE49-F238E27FC236}">
                <a16:creationId xmlns:a16="http://schemas.microsoft.com/office/drawing/2014/main" id="{1C04BB1E-5C68-8452-8ADF-2791FCB91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799" y="1457999"/>
            <a:ext cx="4788000" cy="452465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5264BD0-C8DB-0598-3FA9-65556211C7AE}"/>
              </a:ext>
            </a:extLst>
          </p:cNvPr>
          <p:cNvSpPr txBox="1"/>
          <p:nvPr/>
        </p:nvSpPr>
        <p:spPr>
          <a:xfrm>
            <a:off x="6347398" y="1886857"/>
            <a:ext cx="513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define shift(layer, step) := shift(“N”, layer, step)</a:t>
            </a:r>
          </a:p>
        </p:txBody>
      </p:sp>
    </p:spTree>
    <p:extLst>
      <p:ext uri="{BB962C8B-B14F-4D97-AF65-F5344CB8AC3E}">
        <p14:creationId xmlns:p14="http://schemas.microsoft.com/office/powerpoint/2010/main" val="19661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CD168-4F0C-B9C0-9B26-E6AAF91E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E06287-D7E3-9500-AAB7-DC14A89A3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781" y="309635"/>
            <a:ext cx="2304393" cy="1007516"/>
          </a:xfrm>
        </p:spPr>
        <p:txBody>
          <a:bodyPr/>
          <a:lstStyle/>
          <a:p>
            <a:r>
              <a:rPr lang="en-GB" dirty="0"/>
              <a:t>pro := o	</a:t>
            </a:r>
          </a:p>
        </p:txBody>
      </p:sp>
      <p:pic>
        <p:nvPicPr>
          <p:cNvPr id="5" name="Inhaltsplatzhalter 3">
            <a:extLst>
              <a:ext uri="{FF2B5EF4-FFF2-40B4-BE49-F238E27FC236}">
                <a16:creationId xmlns:a16="http://schemas.microsoft.com/office/drawing/2014/main" id="{EBDD9662-30A7-45F0-080D-C17B1D0C9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151" y="1457180"/>
            <a:ext cx="4788000" cy="452974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207F70D-AC5F-5A0A-82E7-BB3758FDC519}"/>
              </a:ext>
            </a:extLst>
          </p:cNvPr>
          <p:cNvSpPr txBox="1"/>
          <p:nvPr/>
        </p:nvSpPr>
        <p:spPr>
          <a:xfrm>
            <a:off x="8957370" y="5400819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11" name="Inhaltsplatzhalter 3">
            <a:extLst>
              <a:ext uri="{FF2B5EF4-FFF2-40B4-BE49-F238E27FC236}">
                <a16:creationId xmlns:a16="http://schemas.microsoft.com/office/drawing/2014/main" id="{D6F3B8F2-D905-84D7-6A23-4014537A1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58" y="1457181"/>
            <a:ext cx="4761905" cy="45000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52DCE85-A683-A143-D905-1CE41C0C76D0}"/>
              </a:ext>
            </a:extLst>
          </p:cNvPr>
          <p:cNvSpPr txBox="1"/>
          <p:nvPr/>
        </p:nvSpPr>
        <p:spPr>
          <a:xfrm>
            <a:off x="11214538" y="21651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2F5ECF3-EC3E-448C-9869-098B351E2C8F}"/>
              </a:ext>
            </a:extLst>
          </p:cNvPr>
          <p:cNvSpPr txBox="1"/>
          <p:nvPr/>
        </p:nvSpPr>
        <p:spPr>
          <a:xfrm>
            <a:off x="3959700" y="4752951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4F28A1E-C79A-2735-35E4-BCE85F652125}"/>
              </a:ext>
            </a:extLst>
          </p:cNvPr>
          <p:cNvSpPr txBox="1"/>
          <p:nvPr/>
        </p:nvSpPr>
        <p:spPr>
          <a:xfrm>
            <a:off x="3959699" y="4077322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D754D49-B2D7-C598-F3A3-ACCBF8FD0B28}"/>
              </a:ext>
            </a:extLst>
          </p:cNvPr>
          <p:cNvSpPr txBox="1"/>
          <p:nvPr/>
        </p:nvSpPr>
        <p:spPr>
          <a:xfrm>
            <a:off x="3959698" y="2754444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72C3F93-E15E-F695-5502-3AA1A1F4C2DA}"/>
              </a:ext>
            </a:extLst>
          </p:cNvPr>
          <p:cNvSpPr txBox="1"/>
          <p:nvPr/>
        </p:nvSpPr>
        <p:spPr>
          <a:xfrm>
            <a:off x="3959698" y="2105049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649EC2C2-E23D-EEDE-E8B8-32A352BE0D59}"/>
              </a:ext>
            </a:extLst>
          </p:cNvPr>
          <p:cNvSpPr txBox="1">
            <a:spLocks/>
          </p:cNvSpPr>
          <p:nvPr/>
        </p:nvSpPr>
        <p:spPr>
          <a:xfrm>
            <a:off x="7805173" y="239496"/>
            <a:ext cx="2304393" cy="1007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 := p	</a:t>
            </a:r>
          </a:p>
        </p:txBody>
      </p:sp>
    </p:spTree>
    <p:extLst>
      <p:ext uri="{BB962C8B-B14F-4D97-AF65-F5344CB8AC3E}">
        <p14:creationId xmlns:p14="http://schemas.microsoft.com/office/powerpoint/2010/main" val="2129158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C9F814-FDE5-5B53-082D-9F7C9975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 |= pro &amp; shift(gen, 1)</a:t>
            </a:r>
          </a:p>
        </p:txBody>
      </p:sp>
      <p:pic>
        <p:nvPicPr>
          <p:cNvPr id="5" name="Inhaltsplatzhalter 3">
            <a:extLst>
              <a:ext uri="{FF2B5EF4-FFF2-40B4-BE49-F238E27FC236}">
                <a16:creationId xmlns:a16="http://schemas.microsoft.com/office/drawing/2014/main" id="{FDBEAE09-9CB8-C2CD-26F7-8584011D7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151" y="1457180"/>
            <a:ext cx="4788000" cy="452974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83B80F1-CBA6-A3CA-7E48-22CA45BF822B}"/>
              </a:ext>
            </a:extLst>
          </p:cNvPr>
          <p:cNvSpPr txBox="1"/>
          <p:nvPr/>
        </p:nvSpPr>
        <p:spPr>
          <a:xfrm>
            <a:off x="8936349" y="4752951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4F6DF6E-87CB-A6DD-FBCF-965F3EC7C912}"/>
              </a:ext>
            </a:extLst>
          </p:cNvPr>
          <p:cNvSpPr txBox="1"/>
          <p:nvPr/>
        </p:nvSpPr>
        <p:spPr>
          <a:xfrm>
            <a:off x="5986848" y="3773297"/>
            <a:ext cx="218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&amp;</a:t>
            </a:r>
          </a:p>
        </p:txBody>
      </p:sp>
      <p:pic>
        <p:nvPicPr>
          <p:cNvPr id="11" name="Inhaltsplatzhalter 3">
            <a:extLst>
              <a:ext uri="{FF2B5EF4-FFF2-40B4-BE49-F238E27FC236}">
                <a16:creationId xmlns:a16="http://schemas.microsoft.com/office/drawing/2014/main" id="{A06EDBDA-341A-C900-1D2F-B7CBD3B5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57" y="1457182"/>
            <a:ext cx="4786391" cy="452313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4C54F536-ACFD-B7C1-5853-02A3B0E80BA2}"/>
              </a:ext>
            </a:extLst>
          </p:cNvPr>
          <p:cNvSpPr txBox="1"/>
          <p:nvPr/>
        </p:nvSpPr>
        <p:spPr>
          <a:xfrm>
            <a:off x="11214538" y="21651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31832B9-673C-E412-C88E-57D27D312BA6}"/>
              </a:ext>
            </a:extLst>
          </p:cNvPr>
          <p:cNvSpPr txBox="1"/>
          <p:nvPr/>
        </p:nvSpPr>
        <p:spPr>
          <a:xfrm>
            <a:off x="3959700" y="4752951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9C9E807-85D0-0D41-D666-3503191286A9}"/>
              </a:ext>
            </a:extLst>
          </p:cNvPr>
          <p:cNvSpPr txBox="1"/>
          <p:nvPr/>
        </p:nvSpPr>
        <p:spPr>
          <a:xfrm>
            <a:off x="3959699" y="4077322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4692BA9-BFF3-E385-57D0-DB91BFDCC297}"/>
              </a:ext>
            </a:extLst>
          </p:cNvPr>
          <p:cNvSpPr txBox="1"/>
          <p:nvPr/>
        </p:nvSpPr>
        <p:spPr>
          <a:xfrm>
            <a:off x="3959698" y="2754444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8E0D7D8-15BB-52F4-E61B-B70011EEC3E9}"/>
              </a:ext>
            </a:extLst>
          </p:cNvPr>
          <p:cNvSpPr txBox="1"/>
          <p:nvPr/>
        </p:nvSpPr>
        <p:spPr>
          <a:xfrm>
            <a:off x="3959698" y="2105049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EBF328DD-6B6B-B528-26FF-869DF4E243CF}"/>
                  </a:ext>
                </a:extLst>
              </p14:cNvPr>
              <p14:cNvContentPartPr/>
              <p14:nvPr/>
            </p14:nvContentPartPr>
            <p14:xfrm>
              <a:off x="3951658" y="4924692"/>
              <a:ext cx="230760" cy="1332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EBF328DD-6B6B-B528-26FF-869DF4E243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7658" y="4816692"/>
                <a:ext cx="33840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25D7B072-B94C-58D1-0877-30B7F21DF6DB}"/>
                  </a:ext>
                </a:extLst>
              </p14:cNvPr>
              <p14:cNvContentPartPr/>
              <p14:nvPr/>
            </p14:nvContentPartPr>
            <p14:xfrm>
              <a:off x="8932618" y="4947372"/>
              <a:ext cx="251640" cy="900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25D7B072-B94C-58D1-0877-30B7F21DF6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8978" y="4839372"/>
                <a:ext cx="359280" cy="22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7236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6F171F-C329-3580-B7BC-5F82B3BA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</a:t>
            </a:r>
          </a:p>
        </p:txBody>
      </p:sp>
      <p:pic>
        <p:nvPicPr>
          <p:cNvPr id="16" name="Inhaltsplatzhalter 3">
            <a:extLst>
              <a:ext uri="{FF2B5EF4-FFF2-40B4-BE49-F238E27FC236}">
                <a16:creationId xmlns:a16="http://schemas.microsoft.com/office/drawing/2014/main" id="{C3D1CFDA-8839-72F4-4BFB-5C80CC232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151" y="1457180"/>
            <a:ext cx="4788000" cy="4529748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385447F2-F435-0B68-FA8E-F0C6A5F98D5A}"/>
              </a:ext>
            </a:extLst>
          </p:cNvPr>
          <p:cNvSpPr txBox="1"/>
          <p:nvPr/>
        </p:nvSpPr>
        <p:spPr>
          <a:xfrm>
            <a:off x="8936349" y="4752951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E8BD9B6F-8926-1A55-312A-20A2B92E43ED}"/>
                  </a:ext>
                </a:extLst>
              </p14:cNvPr>
              <p14:cNvContentPartPr/>
              <p14:nvPr/>
            </p14:nvContentPartPr>
            <p14:xfrm>
              <a:off x="8932618" y="4947372"/>
              <a:ext cx="251640" cy="900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E8BD9B6F-8926-1A55-312A-20A2B92E43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78978" y="4839372"/>
                <a:ext cx="359280" cy="2246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feld 19">
            <a:extLst>
              <a:ext uri="{FF2B5EF4-FFF2-40B4-BE49-F238E27FC236}">
                <a16:creationId xmlns:a16="http://schemas.microsoft.com/office/drawing/2014/main" id="{82DCA85B-D9F3-6E1E-ECE8-B437E32DD778}"/>
              </a:ext>
            </a:extLst>
          </p:cNvPr>
          <p:cNvSpPr txBox="1"/>
          <p:nvPr/>
        </p:nvSpPr>
        <p:spPr>
          <a:xfrm>
            <a:off x="8932618" y="54008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4719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A043A-278F-35FE-DA3C-1F082167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 = pro &amp; shift(pro, 1)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2AB7CA-FBF5-0FA6-0624-6BC2A8C097EF}"/>
              </a:ext>
            </a:extLst>
          </p:cNvPr>
          <p:cNvGrpSpPr/>
          <p:nvPr/>
        </p:nvGrpSpPr>
        <p:grpSpPr>
          <a:xfrm>
            <a:off x="1198800" y="1458000"/>
            <a:ext cx="4786391" cy="4523139"/>
            <a:chOff x="1200457" y="1457182"/>
            <a:chExt cx="4786391" cy="4523139"/>
          </a:xfrm>
        </p:grpSpPr>
        <p:pic>
          <p:nvPicPr>
            <p:cNvPr id="4" name="Inhaltsplatzhalter 3">
              <a:extLst>
                <a:ext uri="{FF2B5EF4-FFF2-40B4-BE49-F238E27FC236}">
                  <a16:creationId xmlns:a16="http://schemas.microsoft.com/office/drawing/2014/main" id="{C5BC32A6-7CF0-4057-2648-4D066F4E9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457" y="1457182"/>
              <a:ext cx="4786391" cy="4523139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59EEB99-3961-FAE5-A72C-8DECCDD2985E}"/>
                </a:ext>
              </a:extLst>
            </p:cNvPr>
            <p:cNvSpPr txBox="1"/>
            <p:nvPr/>
          </p:nvSpPr>
          <p:spPr>
            <a:xfrm>
              <a:off x="3959700" y="4752951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42962D2-A292-4595-71D8-EF28AF1A792C}"/>
                </a:ext>
              </a:extLst>
            </p:cNvPr>
            <p:cNvSpPr txBox="1"/>
            <p:nvPr/>
          </p:nvSpPr>
          <p:spPr>
            <a:xfrm>
              <a:off x="3959699" y="4077322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72D35326-DA34-1FDB-A85B-54D129B5AB1E}"/>
                </a:ext>
              </a:extLst>
            </p:cNvPr>
            <p:cNvSpPr txBox="1"/>
            <p:nvPr/>
          </p:nvSpPr>
          <p:spPr>
            <a:xfrm>
              <a:off x="3959698" y="2754444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070B649F-4228-D385-7510-D83C8B997973}"/>
                </a:ext>
              </a:extLst>
            </p:cNvPr>
            <p:cNvSpPr txBox="1"/>
            <p:nvPr/>
          </p:nvSpPr>
          <p:spPr>
            <a:xfrm>
              <a:off x="3959698" y="2105049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28A8ED6-8341-2D53-EFD6-224752278155}"/>
              </a:ext>
            </a:extLst>
          </p:cNvPr>
          <p:cNvGrpSpPr/>
          <p:nvPr/>
        </p:nvGrpSpPr>
        <p:grpSpPr>
          <a:xfrm>
            <a:off x="6206400" y="1458000"/>
            <a:ext cx="4788000" cy="4523139"/>
            <a:chOff x="6161514" y="1690688"/>
            <a:chExt cx="4786391" cy="4523139"/>
          </a:xfrm>
        </p:grpSpPr>
        <p:pic>
          <p:nvPicPr>
            <p:cNvPr id="10" name="Inhaltsplatzhalter 3">
              <a:extLst>
                <a:ext uri="{FF2B5EF4-FFF2-40B4-BE49-F238E27FC236}">
                  <a16:creationId xmlns:a16="http://schemas.microsoft.com/office/drawing/2014/main" id="{3680A060-3DDF-AAED-A21F-768ED2FDA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1514" y="1690688"/>
              <a:ext cx="4786391" cy="4523139"/>
            </a:xfrm>
            <a:prstGeom prst="rect">
              <a:avLst/>
            </a:prstGeom>
          </p:spPr>
        </p:pic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51EC86A3-6976-F5C0-10FB-A09D2D3D08B5}"/>
                </a:ext>
              </a:extLst>
            </p:cNvPr>
            <p:cNvSpPr txBox="1"/>
            <p:nvPr/>
          </p:nvSpPr>
          <p:spPr>
            <a:xfrm>
              <a:off x="8920756" y="4310828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EAB1B87-4733-E7BF-BC6B-51372542FB6C}"/>
                </a:ext>
              </a:extLst>
            </p:cNvPr>
            <p:cNvSpPr txBox="1"/>
            <p:nvPr/>
          </p:nvSpPr>
          <p:spPr>
            <a:xfrm>
              <a:off x="8920755" y="2987950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F10AE9B1-EF9E-6182-5F94-A7301BCA6318}"/>
                </a:ext>
              </a:extLst>
            </p:cNvPr>
            <p:cNvSpPr txBox="1"/>
            <p:nvPr/>
          </p:nvSpPr>
          <p:spPr>
            <a:xfrm>
              <a:off x="8920755" y="2338555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29C40B3A-DA43-ED0A-0CDA-7EB0A4491A92}"/>
              </a:ext>
            </a:extLst>
          </p:cNvPr>
          <p:cNvSpPr txBox="1"/>
          <p:nvPr/>
        </p:nvSpPr>
        <p:spPr>
          <a:xfrm>
            <a:off x="8964904" y="34665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FD80DEA-E35A-83D0-1313-CF596C5591F5}"/>
              </a:ext>
            </a:extLst>
          </p:cNvPr>
          <p:cNvSpPr txBox="1"/>
          <p:nvPr/>
        </p:nvSpPr>
        <p:spPr>
          <a:xfrm>
            <a:off x="5819537" y="371956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&amp;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DBD30D1-0F51-15C7-5254-4CB989C0A0EF}"/>
                  </a:ext>
                </a:extLst>
              </p14:cNvPr>
              <p14:cNvContentPartPr/>
              <p14:nvPr/>
            </p14:nvContentPartPr>
            <p14:xfrm>
              <a:off x="4009761" y="4282488"/>
              <a:ext cx="183960" cy="468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DBD30D1-0F51-15C7-5254-4CB989C0A0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5761" y="4174848"/>
                <a:ext cx="2916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8BF2F8BD-7A85-8A73-6D56-467DF505D6B5}"/>
                  </a:ext>
                </a:extLst>
              </p14:cNvPr>
              <p14:cNvContentPartPr/>
              <p14:nvPr/>
            </p14:nvContentPartPr>
            <p14:xfrm>
              <a:off x="3996687" y="2297922"/>
              <a:ext cx="196920" cy="900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8BF2F8BD-7A85-8A73-6D56-467DF505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3047" y="2189922"/>
                <a:ext cx="30456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B13D0923-A61A-CB55-625C-5540ED92DB05}"/>
                  </a:ext>
                </a:extLst>
              </p14:cNvPr>
              <p14:cNvContentPartPr/>
              <p14:nvPr/>
            </p14:nvContentPartPr>
            <p14:xfrm>
              <a:off x="9040679" y="2309802"/>
              <a:ext cx="132840" cy="468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B13D0923-A61A-CB55-625C-5540ED92DB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87039" y="2201802"/>
                <a:ext cx="24048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0B4594C2-F7BE-0C7E-DDE9-05626264D9E3}"/>
                  </a:ext>
                </a:extLst>
              </p14:cNvPr>
              <p14:cNvContentPartPr/>
              <p14:nvPr/>
            </p14:nvContentPartPr>
            <p14:xfrm>
              <a:off x="9070316" y="4272294"/>
              <a:ext cx="141120" cy="360"/>
            </p14:xfrm>
          </p:contentPart>
        </mc:Choice>
        <mc:Fallback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0B4594C2-F7BE-0C7E-DDE9-05626264D9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16316" y="4164654"/>
                <a:ext cx="24876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552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59885-5782-E5A2-00E5-C3322420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2172" y="493986"/>
            <a:ext cx="970537" cy="1196702"/>
          </a:xfrm>
        </p:spPr>
        <p:txBody>
          <a:bodyPr/>
          <a:lstStyle/>
          <a:p>
            <a:r>
              <a:rPr lang="en-GB" dirty="0"/>
              <a:t>pro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F1D83B8-45A7-40DF-A18A-2E705824D8AA}"/>
              </a:ext>
            </a:extLst>
          </p:cNvPr>
          <p:cNvSpPr txBox="1">
            <a:spLocks/>
          </p:cNvSpPr>
          <p:nvPr/>
        </p:nvSpPr>
        <p:spPr>
          <a:xfrm>
            <a:off x="9276489" y="493986"/>
            <a:ext cx="1286407" cy="1196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833AC0D9-4320-C6A8-BBC6-D39BF5701518}"/>
              </a:ext>
            </a:extLst>
          </p:cNvPr>
          <p:cNvGrpSpPr/>
          <p:nvPr/>
        </p:nvGrpSpPr>
        <p:grpSpPr>
          <a:xfrm>
            <a:off x="6206810" y="1458000"/>
            <a:ext cx="4788000" cy="4523139"/>
            <a:chOff x="6773100" y="1506022"/>
            <a:chExt cx="4829376" cy="4568892"/>
          </a:xfrm>
        </p:grpSpPr>
        <p:pic>
          <p:nvPicPr>
            <p:cNvPr id="14" name="Inhaltsplatzhalter 3">
              <a:extLst>
                <a:ext uri="{FF2B5EF4-FFF2-40B4-BE49-F238E27FC236}">
                  <a16:creationId xmlns:a16="http://schemas.microsoft.com/office/drawing/2014/main" id="{977E284D-5CA9-93D1-0AB1-41A9D8BD5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3100" y="1506022"/>
              <a:ext cx="4829376" cy="4568892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1899189-25E0-4F82-E3FA-0C20D00D2513}"/>
                </a:ext>
              </a:extLst>
            </p:cNvPr>
            <p:cNvSpPr txBox="1"/>
            <p:nvPr/>
          </p:nvSpPr>
          <p:spPr>
            <a:xfrm>
              <a:off x="9578495" y="4879800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1C49F8D4-DF24-D264-EC54-15DD3A03AE88}"/>
                </a:ext>
              </a:extLst>
            </p:cNvPr>
            <p:cNvSpPr txBox="1"/>
            <p:nvPr/>
          </p:nvSpPr>
          <p:spPr>
            <a:xfrm>
              <a:off x="9578494" y="5490842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1B5A2ECB-F358-9087-FB40-5B01B3D359CE}"/>
              </a:ext>
            </a:extLst>
          </p:cNvPr>
          <p:cNvGrpSpPr/>
          <p:nvPr/>
        </p:nvGrpSpPr>
        <p:grpSpPr>
          <a:xfrm>
            <a:off x="1198800" y="1458000"/>
            <a:ext cx="4786391" cy="4523139"/>
            <a:chOff x="990114" y="1551775"/>
            <a:chExt cx="4786391" cy="4523139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BF8839EB-DB48-61CF-9599-DBC4287704C8}"/>
                </a:ext>
              </a:extLst>
            </p:cNvPr>
            <p:cNvGrpSpPr/>
            <p:nvPr/>
          </p:nvGrpSpPr>
          <p:grpSpPr>
            <a:xfrm>
              <a:off x="990114" y="1551775"/>
              <a:ext cx="4786391" cy="4523139"/>
              <a:chOff x="6161514" y="1690688"/>
              <a:chExt cx="4786391" cy="4523139"/>
            </a:xfrm>
          </p:grpSpPr>
          <p:pic>
            <p:nvPicPr>
              <p:cNvPr id="29" name="Inhaltsplatzhalter 3">
                <a:extLst>
                  <a:ext uri="{FF2B5EF4-FFF2-40B4-BE49-F238E27FC236}">
                    <a16:creationId xmlns:a16="http://schemas.microsoft.com/office/drawing/2014/main" id="{C55E74D2-69A3-AB7C-2207-C5B85F5FC3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61514" y="1690688"/>
                <a:ext cx="4786391" cy="4523139"/>
              </a:xfrm>
              <a:prstGeom prst="rect">
                <a:avLst/>
              </a:prstGeom>
            </p:spPr>
          </p:pic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21BA7174-6191-27EA-E807-3F6026829B65}"/>
                  </a:ext>
                </a:extLst>
              </p:cNvPr>
              <p:cNvSpPr txBox="1"/>
              <p:nvPr/>
            </p:nvSpPr>
            <p:spPr>
              <a:xfrm>
                <a:off x="8920756" y="4310828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D38779A6-474C-7C0D-8DF3-52281BC5865A}"/>
                  </a:ext>
                </a:extLst>
              </p:cNvPr>
              <p:cNvSpPr txBox="1"/>
              <p:nvPr/>
            </p:nvSpPr>
            <p:spPr>
              <a:xfrm>
                <a:off x="8920755" y="2987950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DE2C38CF-6292-0B99-D73E-E3DB0F751717}"/>
                  </a:ext>
                </a:extLst>
              </p:cNvPr>
              <p:cNvSpPr txBox="1"/>
              <p:nvPr/>
            </p:nvSpPr>
            <p:spPr>
              <a:xfrm>
                <a:off x="8920755" y="2338555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4" name="Freihand 33">
                  <a:extLst>
                    <a:ext uri="{FF2B5EF4-FFF2-40B4-BE49-F238E27FC236}">
                      <a16:creationId xmlns:a16="http://schemas.microsoft.com/office/drawing/2014/main" id="{90F3355F-6DE7-316B-8D5D-5430CC0EC0BA}"/>
                    </a:ext>
                  </a:extLst>
                </p14:cNvPr>
                <p14:cNvContentPartPr/>
                <p14:nvPr/>
              </p14:nvContentPartPr>
              <p14:xfrm>
                <a:off x="3826749" y="2382372"/>
                <a:ext cx="132840" cy="4680"/>
              </p14:xfrm>
            </p:contentPart>
          </mc:Choice>
          <mc:Fallback>
            <p:pic>
              <p:nvPicPr>
                <p:cNvPr id="34" name="Freihand 33">
                  <a:extLst>
                    <a:ext uri="{FF2B5EF4-FFF2-40B4-BE49-F238E27FC236}">
                      <a16:creationId xmlns:a16="http://schemas.microsoft.com/office/drawing/2014/main" id="{90F3355F-6DE7-316B-8D5D-5430CC0EC0B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3109" y="2274372"/>
                  <a:ext cx="240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0A457040-D207-B964-FD4A-E28F15DC927C}"/>
                    </a:ext>
                  </a:extLst>
                </p14:cNvPr>
                <p14:cNvContentPartPr/>
                <p14:nvPr/>
              </p14:nvContentPartPr>
              <p14:xfrm>
                <a:off x="3841869" y="4373892"/>
                <a:ext cx="141120" cy="360"/>
              </p14:xfrm>
            </p:contentPart>
          </mc:Choice>
          <mc:Fallback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0A457040-D207-B964-FD4A-E28F15DC927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87869" y="4266252"/>
                  <a:ext cx="248760" cy="21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186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D33AF-34A1-AA48-D9EB-D0524F14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 |= pro &amp; shift(gen, 2)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5E524BE-4933-4C4E-B11D-A6B9A3F069AE}"/>
              </a:ext>
            </a:extLst>
          </p:cNvPr>
          <p:cNvGrpSpPr/>
          <p:nvPr/>
        </p:nvGrpSpPr>
        <p:grpSpPr>
          <a:xfrm>
            <a:off x="1198800" y="1458000"/>
            <a:ext cx="4786391" cy="4525200"/>
            <a:chOff x="6161514" y="1690688"/>
            <a:chExt cx="4786391" cy="4523139"/>
          </a:xfrm>
        </p:grpSpPr>
        <p:pic>
          <p:nvPicPr>
            <p:cNvPr id="4" name="Inhaltsplatzhalter 3">
              <a:extLst>
                <a:ext uri="{FF2B5EF4-FFF2-40B4-BE49-F238E27FC236}">
                  <a16:creationId xmlns:a16="http://schemas.microsoft.com/office/drawing/2014/main" id="{508D6A22-16A0-CCAB-B7DC-854DA6468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1514" y="1690688"/>
              <a:ext cx="4786391" cy="4523139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E129046-53A0-CB9E-FCE5-F5CC22562D23}"/>
                </a:ext>
              </a:extLst>
            </p:cNvPr>
            <p:cNvSpPr txBox="1"/>
            <p:nvPr/>
          </p:nvSpPr>
          <p:spPr>
            <a:xfrm>
              <a:off x="8920756" y="4310828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B536B56-BD96-34ED-4C67-A703B80E3EF0}"/>
                </a:ext>
              </a:extLst>
            </p:cNvPr>
            <p:cNvSpPr txBox="1"/>
            <p:nvPr/>
          </p:nvSpPr>
          <p:spPr>
            <a:xfrm>
              <a:off x="8920755" y="2987950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11F48721-875F-99E4-97FF-6AE05761128F}"/>
                </a:ext>
              </a:extLst>
            </p:cNvPr>
            <p:cNvSpPr txBox="1"/>
            <p:nvPr/>
          </p:nvSpPr>
          <p:spPr>
            <a:xfrm>
              <a:off x="8920755" y="2338555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pic>
        <p:nvPicPr>
          <p:cNvPr id="8" name="Inhaltsplatzhalter 3">
            <a:extLst>
              <a:ext uri="{FF2B5EF4-FFF2-40B4-BE49-F238E27FC236}">
                <a16:creationId xmlns:a16="http://schemas.microsoft.com/office/drawing/2014/main" id="{16C6DB79-5830-1204-1125-2B263464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400" y="1458000"/>
            <a:ext cx="4786391" cy="452822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82474A42-1684-1E98-0CF2-2790F231BAED}"/>
              </a:ext>
            </a:extLst>
          </p:cNvPr>
          <p:cNvSpPr txBox="1"/>
          <p:nvPr/>
        </p:nvSpPr>
        <p:spPr>
          <a:xfrm>
            <a:off x="8949485" y="3436627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F4C0B6C-3CF3-11C6-9CDD-AB6F99EDC916}"/>
              </a:ext>
            </a:extLst>
          </p:cNvPr>
          <p:cNvSpPr txBox="1"/>
          <p:nvPr/>
        </p:nvSpPr>
        <p:spPr>
          <a:xfrm>
            <a:off x="8963999" y="4107630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C7AE0693-74E2-4E14-32A9-98FA58DD49A5}"/>
                  </a:ext>
                </a:extLst>
              </p14:cNvPr>
              <p14:cNvContentPartPr/>
              <p14:nvPr/>
            </p14:nvContentPartPr>
            <p14:xfrm>
              <a:off x="3977653" y="4225070"/>
              <a:ext cx="286560" cy="38880"/>
            </p14:xfrm>
          </p:contentPart>
        </mc:Choice>
        <mc:Fallback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C7AE0693-74E2-4E14-32A9-98FA58DD49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013" y="4117430"/>
                <a:ext cx="3942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7513DD9F-B987-CB67-00DC-42B534E20172}"/>
                  </a:ext>
                </a:extLst>
              </p14:cNvPr>
              <p14:cNvContentPartPr/>
              <p14:nvPr/>
            </p14:nvContentPartPr>
            <p14:xfrm>
              <a:off x="8988806" y="4268386"/>
              <a:ext cx="226800" cy="3060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7513DD9F-B987-CB67-00DC-42B534E201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34806" y="4160386"/>
                <a:ext cx="334440" cy="24624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F2FA66AC-2347-124E-F794-A793F1089725}"/>
              </a:ext>
            </a:extLst>
          </p:cNvPr>
          <p:cNvSpPr txBox="1"/>
          <p:nvPr/>
        </p:nvSpPr>
        <p:spPr>
          <a:xfrm>
            <a:off x="5985191" y="3805959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138465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71C14-0671-4EEA-98F8-17028A30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D6E0284-4B28-F760-9997-1D7EAC8F50FE}"/>
              </a:ext>
            </a:extLst>
          </p:cNvPr>
          <p:cNvGrpSpPr/>
          <p:nvPr/>
        </p:nvGrpSpPr>
        <p:grpSpPr>
          <a:xfrm>
            <a:off x="6206400" y="1458000"/>
            <a:ext cx="4786391" cy="4523139"/>
            <a:chOff x="6161514" y="1690688"/>
            <a:chExt cx="4786391" cy="4523139"/>
          </a:xfrm>
        </p:grpSpPr>
        <p:pic>
          <p:nvPicPr>
            <p:cNvPr id="16" name="Inhaltsplatzhalter 3">
              <a:extLst>
                <a:ext uri="{FF2B5EF4-FFF2-40B4-BE49-F238E27FC236}">
                  <a16:creationId xmlns:a16="http://schemas.microsoft.com/office/drawing/2014/main" id="{198D7F5F-54E2-DF64-90D9-26BD1464B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1514" y="1690688"/>
              <a:ext cx="4786391" cy="4523139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065E3958-E52D-E5D3-7FE4-D19A2CDD123A}"/>
                </a:ext>
              </a:extLst>
            </p:cNvPr>
            <p:cNvSpPr txBox="1"/>
            <p:nvPr/>
          </p:nvSpPr>
          <p:spPr>
            <a:xfrm>
              <a:off x="8920753" y="4982646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A7592FF-B802-DBA0-0818-6A78DECE808A}"/>
                </a:ext>
              </a:extLst>
            </p:cNvPr>
            <p:cNvSpPr txBox="1"/>
            <p:nvPr/>
          </p:nvSpPr>
          <p:spPr>
            <a:xfrm>
              <a:off x="8920755" y="2338555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01E2B615-E73F-9E1D-A2B5-B68C24912BF7}"/>
              </a:ext>
            </a:extLst>
          </p:cNvPr>
          <p:cNvSpPr txBox="1"/>
          <p:nvPr/>
        </p:nvSpPr>
        <p:spPr>
          <a:xfrm>
            <a:off x="8963790" y="4108786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9E56B6C-EFC0-6473-E820-527B19F738A2}"/>
              </a:ext>
            </a:extLst>
          </p:cNvPr>
          <p:cNvSpPr txBox="1"/>
          <p:nvPr/>
        </p:nvSpPr>
        <p:spPr>
          <a:xfrm>
            <a:off x="8963789" y="5435596"/>
            <a:ext cx="296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D8DA9BD3-A160-D413-0917-2829936F7AC3}"/>
                  </a:ext>
                </a:extLst>
              </p14:cNvPr>
              <p14:cNvContentPartPr/>
              <p14:nvPr/>
            </p14:nvContentPartPr>
            <p14:xfrm>
              <a:off x="9006325" y="4289017"/>
              <a:ext cx="145440" cy="468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D8DA9BD3-A160-D413-0917-2829936F7A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2685" y="4181377"/>
                <a:ext cx="253080" cy="22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027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97F043-3564-4DF3-2F04-B216AF50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 = pro &amp; shift(pro, 2)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9C3546E-C458-687B-923D-D2433E378B50}"/>
              </a:ext>
            </a:extLst>
          </p:cNvPr>
          <p:cNvGrpSpPr/>
          <p:nvPr/>
        </p:nvGrpSpPr>
        <p:grpSpPr>
          <a:xfrm>
            <a:off x="1198800" y="1457999"/>
            <a:ext cx="4786391" cy="4525200"/>
            <a:chOff x="838200" y="1690688"/>
            <a:chExt cx="4786391" cy="4523139"/>
          </a:xfrm>
        </p:grpSpPr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0F9C0494-42FE-E189-BF93-22ED1AC018F8}"/>
                </a:ext>
              </a:extLst>
            </p:cNvPr>
            <p:cNvSpPr txBox="1"/>
            <p:nvPr/>
          </p:nvSpPr>
          <p:spPr>
            <a:xfrm>
              <a:off x="3597442" y="4310828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4E04269-4B9E-6DBA-005F-D8B6BCDB868D}"/>
                </a:ext>
              </a:extLst>
            </p:cNvPr>
            <p:cNvSpPr txBox="1"/>
            <p:nvPr/>
          </p:nvSpPr>
          <p:spPr>
            <a:xfrm>
              <a:off x="3597441" y="2338555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EDCBE00C-B55B-B2EA-9442-350ED6E8A368}"/>
                </a:ext>
              </a:extLst>
            </p:cNvPr>
            <p:cNvGrpSpPr/>
            <p:nvPr/>
          </p:nvGrpSpPr>
          <p:grpSpPr>
            <a:xfrm>
              <a:off x="838200" y="1690688"/>
              <a:ext cx="4786391" cy="4523139"/>
              <a:chOff x="6161514" y="1690688"/>
              <a:chExt cx="4786391" cy="4523139"/>
            </a:xfrm>
          </p:grpSpPr>
          <p:pic>
            <p:nvPicPr>
              <p:cNvPr id="14" name="Inhaltsplatzhalter 3">
                <a:extLst>
                  <a:ext uri="{FF2B5EF4-FFF2-40B4-BE49-F238E27FC236}">
                    <a16:creationId xmlns:a16="http://schemas.microsoft.com/office/drawing/2014/main" id="{44ACDC70-3301-FAAF-D765-A583B05E5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61514" y="1690688"/>
                <a:ext cx="4786391" cy="4523139"/>
              </a:xfrm>
              <a:prstGeom prst="rect">
                <a:avLst/>
              </a:prstGeom>
            </p:spPr>
          </p:pic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E66FB199-AD47-02E7-07E2-02FFED2A3096}"/>
                  </a:ext>
                </a:extLst>
              </p:cNvPr>
              <p:cNvSpPr txBox="1"/>
              <p:nvPr/>
            </p:nvSpPr>
            <p:spPr>
              <a:xfrm>
                <a:off x="8920756" y="4310828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DED5651B-6085-C330-0A35-42E20991AEBF}"/>
                  </a:ext>
                </a:extLst>
              </p:cNvPr>
              <p:cNvSpPr txBox="1"/>
              <p:nvPr/>
            </p:nvSpPr>
            <p:spPr>
              <a:xfrm>
                <a:off x="8920755" y="2987950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C4D34C34-7D62-4621-1791-50CEB50142F5}"/>
                  </a:ext>
                </a:extLst>
              </p:cNvPr>
              <p:cNvSpPr txBox="1"/>
              <p:nvPr/>
            </p:nvSpPr>
            <p:spPr>
              <a:xfrm>
                <a:off x="8920755" y="2338555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05050774-30B0-E472-DCC9-F3EDE3757E71}"/>
              </a:ext>
            </a:extLst>
          </p:cNvPr>
          <p:cNvSpPr txBox="1"/>
          <p:nvPr/>
        </p:nvSpPr>
        <p:spPr>
          <a:xfrm>
            <a:off x="5929127" y="376759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&amp;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B6ECAD13-E042-089E-3FFD-3D09F695CA72}"/>
              </a:ext>
            </a:extLst>
          </p:cNvPr>
          <p:cNvGrpSpPr/>
          <p:nvPr/>
        </p:nvGrpSpPr>
        <p:grpSpPr>
          <a:xfrm>
            <a:off x="6206400" y="1458000"/>
            <a:ext cx="4786391" cy="4528800"/>
            <a:chOff x="6161514" y="1690688"/>
            <a:chExt cx="4786391" cy="4523139"/>
          </a:xfrm>
        </p:grpSpPr>
        <p:pic>
          <p:nvPicPr>
            <p:cNvPr id="20" name="Inhaltsplatzhalter 3">
              <a:extLst>
                <a:ext uri="{FF2B5EF4-FFF2-40B4-BE49-F238E27FC236}">
                  <a16:creationId xmlns:a16="http://schemas.microsoft.com/office/drawing/2014/main" id="{0C3A8A54-2E8E-B435-08BD-AB09B882D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1514" y="1690688"/>
              <a:ext cx="4786391" cy="4523139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CC34FA34-4D0E-A000-508E-6D6401D8E8E5}"/>
                </a:ext>
              </a:extLst>
            </p:cNvPr>
            <p:cNvSpPr txBox="1"/>
            <p:nvPr/>
          </p:nvSpPr>
          <p:spPr>
            <a:xfrm>
              <a:off x="8920754" y="2986422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9BCB9339-C843-B306-1D54-7A621124C54F}"/>
                </a:ext>
              </a:extLst>
            </p:cNvPr>
            <p:cNvSpPr txBox="1"/>
            <p:nvPr/>
          </p:nvSpPr>
          <p:spPr>
            <a:xfrm>
              <a:off x="8920755" y="2987950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28E2D322-100B-FB0C-B158-E48627E2A93B}"/>
                </a:ext>
              </a:extLst>
            </p:cNvPr>
            <p:cNvSpPr txBox="1"/>
            <p:nvPr/>
          </p:nvSpPr>
          <p:spPr>
            <a:xfrm>
              <a:off x="8920755" y="2338555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80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E27464-6E5F-D520-099C-A43BE5FC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883"/>
            <a:ext cx="1043152" cy="1301805"/>
          </a:xfrm>
        </p:spPr>
        <p:txBody>
          <a:bodyPr/>
          <a:lstStyle/>
          <a:p>
            <a:r>
              <a:rPr lang="en-GB" dirty="0"/>
              <a:t>pro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78EE091-032A-D922-017D-ADB5A89EAF7D}"/>
              </a:ext>
            </a:extLst>
          </p:cNvPr>
          <p:cNvSpPr txBox="1">
            <a:spLocks/>
          </p:cNvSpPr>
          <p:nvPr/>
        </p:nvSpPr>
        <p:spPr>
          <a:xfrm>
            <a:off x="8726214" y="388882"/>
            <a:ext cx="1043152" cy="1301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8E82578-4B96-1FE9-35AE-C1CE49E89507}"/>
              </a:ext>
            </a:extLst>
          </p:cNvPr>
          <p:cNvGrpSpPr/>
          <p:nvPr/>
        </p:nvGrpSpPr>
        <p:grpSpPr>
          <a:xfrm>
            <a:off x="1198800" y="1457999"/>
            <a:ext cx="4786391" cy="4528800"/>
            <a:chOff x="6161514" y="1690688"/>
            <a:chExt cx="4786391" cy="4523139"/>
          </a:xfrm>
        </p:grpSpPr>
        <p:pic>
          <p:nvPicPr>
            <p:cNvPr id="5" name="Inhaltsplatzhalter 3">
              <a:extLst>
                <a:ext uri="{FF2B5EF4-FFF2-40B4-BE49-F238E27FC236}">
                  <a16:creationId xmlns:a16="http://schemas.microsoft.com/office/drawing/2014/main" id="{9B6699B7-AD5E-C637-31D0-9ABB8BDA7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1514" y="1690688"/>
              <a:ext cx="4786391" cy="4523139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B5575DCF-7730-1FF0-FD7C-A4C7E121582E}"/>
                </a:ext>
              </a:extLst>
            </p:cNvPr>
            <p:cNvSpPr txBox="1"/>
            <p:nvPr/>
          </p:nvSpPr>
          <p:spPr>
            <a:xfrm>
              <a:off x="8920756" y="4310828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D37B724E-BD64-2AD6-CFD0-B974059558CA}"/>
                </a:ext>
              </a:extLst>
            </p:cNvPr>
            <p:cNvSpPr txBox="1"/>
            <p:nvPr/>
          </p:nvSpPr>
          <p:spPr>
            <a:xfrm>
              <a:off x="8920755" y="2987950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C45E900A-55A9-4FA4-345F-13AE9AAD3C95}"/>
                </a:ext>
              </a:extLst>
            </p:cNvPr>
            <p:cNvSpPr txBox="1"/>
            <p:nvPr/>
          </p:nvSpPr>
          <p:spPr>
            <a:xfrm>
              <a:off x="8920755" y="2338555"/>
              <a:ext cx="296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85BFEF7-C5DB-9BFD-59B7-33E1C96B9DA8}"/>
              </a:ext>
            </a:extLst>
          </p:cNvPr>
          <p:cNvGrpSpPr/>
          <p:nvPr/>
        </p:nvGrpSpPr>
        <p:grpSpPr>
          <a:xfrm>
            <a:off x="6206400" y="1458000"/>
            <a:ext cx="4786391" cy="4528226"/>
            <a:chOff x="3702804" y="1690688"/>
            <a:chExt cx="4786391" cy="4528226"/>
          </a:xfrm>
        </p:grpSpPr>
        <p:pic>
          <p:nvPicPr>
            <p:cNvPr id="10" name="Inhaltsplatzhalter 3">
              <a:extLst>
                <a:ext uri="{FF2B5EF4-FFF2-40B4-BE49-F238E27FC236}">
                  <a16:creationId xmlns:a16="http://schemas.microsoft.com/office/drawing/2014/main" id="{D2372FC0-8D9F-1BB2-6582-D6A0F8CD7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2804" y="1690688"/>
              <a:ext cx="4786391" cy="4528226"/>
            </a:xfrm>
            <a:prstGeom prst="rect">
              <a:avLst/>
            </a:prstGeom>
          </p:spPr>
        </p:pic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6C2ABDD6-778B-26A8-AFDB-4B0F13ADCDAE}"/>
                </a:ext>
              </a:extLst>
            </p:cNvPr>
            <p:cNvGrpSpPr/>
            <p:nvPr/>
          </p:nvGrpSpPr>
          <p:grpSpPr>
            <a:xfrm>
              <a:off x="6448049" y="4341677"/>
              <a:ext cx="296561" cy="989280"/>
              <a:chOff x="9631657" y="4362698"/>
              <a:chExt cx="296561" cy="989280"/>
            </a:xfrm>
          </p:grpSpPr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DFF5C414-9416-A44E-87E0-3E86FE16BBAF}"/>
                  </a:ext>
                </a:extLst>
              </p:cNvPr>
              <p:cNvSpPr txBox="1"/>
              <p:nvPr/>
            </p:nvSpPr>
            <p:spPr>
              <a:xfrm>
                <a:off x="9631657" y="4982646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1BD1B2A-7414-19F5-7099-118B0B9B2A5C}"/>
                  </a:ext>
                </a:extLst>
              </p:cNvPr>
              <p:cNvSpPr txBox="1"/>
              <p:nvPr/>
            </p:nvSpPr>
            <p:spPr>
              <a:xfrm>
                <a:off x="9631657" y="4362698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58ED4104-64FD-523D-56B4-C99061EAFF41}"/>
                </a:ext>
              </a:extLst>
            </p:cNvPr>
            <p:cNvSpPr txBox="1"/>
            <p:nvPr/>
          </p:nvSpPr>
          <p:spPr>
            <a:xfrm>
              <a:off x="6436512" y="5688261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23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9306E-9A10-424E-6E96-2EC88F0D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Final step:</a:t>
            </a:r>
            <a:br>
              <a:rPr lang="en-GB" dirty="0"/>
            </a:br>
            <a:r>
              <a:rPr lang="en-GB" dirty="0" err="1"/>
              <a:t>res_place</a:t>
            </a:r>
            <a:r>
              <a:rPr lang="en-GB" dirty="0"/>
              <a:t> |= shift(gen &amp; o , 1) &amp; </a:t>
            </a:r>
            <a:r>
              <a:rPr lang="en-GB" dirty="0" err="1"/>
              <a:t>empty_layer</a:t>
            </a:r>
            <a:endParaRPr lang="en-GB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C22204F-6C2B-5B26-F7C0-2DDB82379E05}"/>
              </a:ext>
            </a:extLst>
          </p:cNvPr>
          <p:cNvGrpSpPr/>
          <p:nvPr/>
        </p:nvGrpSpPr>
        <p:grpSpPr>
          <a:xfrm>
            <a:off x="3702804" y="1964649"/>
            <a:ext cx="4786391" cy="4528226"/>
            <a:chOff x="3702804" y="1690688"/>
            <a:chExt cx="4786391" cy="4528226"/>
          </a:xfrm>
        </p:grpSpPr>
        <p:pic>
          <p:nvPicPr>
            <p:cNvPr id="4" name="Inhaltsplatzhalter 3">
              <a:extLst>
                <a:ext uri="{FF2B5EF4-FFF2-40B4-BE49-F238E27FC236}">
                  <a16:creationId xmlns:a16="http://schemas.microsoft.com/office/drawing/2014/main" id="{7218AEF8-CBAD-3BEA-F7EE-AD5E42592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02804" y="1690688"/>
              <a:ext cx="4786391" cy="4528226"/>
            </a:xfrm>
            <a:prstGeom prst="rect">
              <a:avLst/>
            </a:prstGeom>
          </p:spPr>
        </p:pic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F99ADD8-ABA5-1382-2F6E-EF50CE9979BB}"/>
                </a:ext>
              </a:extLst>
            </p:cNvPr>
            <p:cNvGrpSpPr/>
            <p:nvPr/>
          </p:nvGrpSpPr>
          <p:grpSpPr>
            <a:xfrm>
              <a:off x="6436512" y="3690036"/>
              <a:ext cx="308098" cy="1640921"/>
              <a:chOff x="9620120" y="3711057"/>
              <a:chExt cx="308098" cy="1640921"/>
            </a:xfrm>
          </p:grpSpPr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9F2BBCA2-E61A-471C-CC06-D229C40E5CE7}"/>
                  </a:ext>
                </a:extLst>
              </p:cNvPr>
              <p:cNvSpPr txBox="1"/>
              <p:nvPr/>
            </p:nvSpPr>
            <p:spPr>
              <a:xfrm>
                <a:off x="9631657" y="4982646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74CC74AA-F9C1-1AB2-C154-96A504350B53}"/>
                  </a:ext>
                </a:extLst>
              </p:cNvPr>
              <p:cNvSpPr txBox="1"/>
              <p:nvPr/>
            </p:nvSpPr>
            <p:spPr>
              <a:xfrm>
                <a:off x="9620120" y="3711057"/>
                <a:ext cx="2965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1870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Macintosh PowerPoint</Application>
  <PresentationFormat>Breitbild</PresentationFormat>
  <Paragraphs>59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</vt:lpstr>
      <vt:lpstr>Example Map</vt:lpstr>
      <vt:lpstr>pro := o </vt:lpstr>
      <vt:lpstr>gen |= pro &amp; shift(gen, 1)</vt:lpstr>
      <vt:lpstr>gen</vt:lpstr>
      <vt:lpstr>pro = pro &amp; shift(pro, 1)</vt:lpstr>
      <vt:lpstr>pro</vt:lpstr>
      <vt:lpstr>gen |= pro &amp; shift(gen, 2)</vt:lpstr>
      <vt:lpstr>gen</vt:lpstr>
      <vt:lpstr>pro = pro &amp; shift(pro, 2)</vt:lpstr>
      <vt:lpstr>pro</vt:lpstr>
      <vt:lpstr>Final step: res_place |= shift(gen &amp; o , 1) &amp; empty_layer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Jenrik Meisel</dc:creator>
  <cp:lastModifiedBy>Jenrik Meisel</cp:lastModifiedBy>
  <cp:revision>38</cp:revision>
  <dcterms:created xsi:type="dcterms:W3CDTF">2025-05-18T19:19:01Z</dcterms:created>
  <dcterms:modified xsi:type="dcterms:W3CDTF">2025-05-18T21:33:59Z</dcterms:modified>
</cp:coreProperties>
</file>